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2"/>
    <p:sldId id="258" r:id="rId3"/>
    <p:sldId id="259" r:id="rId4"/>
    <p:sldId id="260" r:id="rId5"/>
    <p:sldId id="267" r:id="rId6"/>
    <p:sldId id="268" r:id="rId7"/>
    <p:sldId id="261" r:id="rId8"/>
    <p:sldId id="262" r:id="rId9"/>
    <p:sldId id="263" r:id="rId10"/>
    <p:sldId id="264" r:id="rId11"/>
    <p:sldId id="265" r:id="rId12"/>
    <p:sldId id="266" r:id="rId13"/>
    <p:sldId id="269" r:id="rId14"/>
  </p:sldIdLst>
  <p:sldSz cx="20104100" cy="11309350"/>
  <p:notesSz cx="20104100" cy="113093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42" d="100"/>
          <a:sy n="42" d="100"/>
        </p:scale>
        <p:origin x="756" y="5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07807" y="3505898"/>
            <a:ext cx="17088486" cy="23749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5/5/2026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5/5/2026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5/5/2026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05205" y="452374"/>
            <a:ext cx="18093690" cy="18094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05205" y="2601150"/>
            <a:ext cx="18093690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9049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83ECB4-869E-63BF-D066-428269ED6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5205" y="452374"/>
            <a:ext cx="18093690" cy="615553"/>
          </a:xfrm>
        </p:spPr>
        <p:txBody>
          <a:bodyPr/>
          <a:lstStyle/>
          <a:p>
            <a:pPr algn="ctr"/>
            <a:r>
              <a:rPr lang="en-US" sz="4000" b="1" dirty="0"/>
              <a:t>Method Overloading in JAVA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EBC894C-222B-27DB-A45B-9A971AFE2B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250" y="1539875"/>
            <a:ext cx="18669000" cy="9317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9839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E71C0A-B8C5-F8A4-22E5-A66F8E67C9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047C41-67C3-985C-0FCC-9113867AD2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5205" y="452374"/>
            <a:ext cx="18093690" cy="615553"/>
          </a:xfrm>
        </p:spPr>
        <p:txBody>
          <a:bodyPr/>
          <a:lstStyle/>
          <a:p>
            <a:pPr algn="ctr"/>
            <a:r>
              <a:rPr lang="en-US" sz="4000" b="1" dirty="0"/>
              <a:t>Method Overloading in C++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6E95F50-345F-F83A-A669-3317AD66C7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650" y="1067927"/>
            <a:ext cx="18343245" cy="9463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86943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43836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98967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49970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C4AF05-500D-F24D-94CC-5270166FD6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5A82C9-8D93-6171-431D-1D653DE980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5205" y="452374"/>
            <a:ext cx="18093690" cy="615553"/>
          </a:xfrm>
        </p:spPr>
        <p:txBody>
          <a:bodyPr/>
          <a:lstStyle/>
          <a:p>
            <a:pPr algn="ctr"/>
            <a:r>
              <a:rPr lang="en-US" sz="4000" b="1" dirty="0"/>
              <a:t>Pointer Variable in C++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D231548-7042-997E-3574-0E127CEBD4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6251" y="1768476"/>
            <a:ext cx="10615612" cy="6781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32161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46</TotalTime>
  <Words>14</Words>
  <Application>Microsoft Office PowerPoint</Application>
  <PresentationFormat>Custom</PresentationFormat>
  <Paragraphs>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5" baseType="lpstr"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Method Overloading in JAVA</vt:lpstr>
      <vt:lpstr>Method Overloading in C++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Pointer Variable in C++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cp:lastModifiedBy>USER</cp:lastModifiedBy>
  <cp:revision>4</cp:revision>
  <dcterms:created xsi:type="dcterms:W3CDTF">2026-05-05T07:30:06Z</dcterms:created>
  <dcterms:modified xsi:type="dcterms:W3CDTF">2026-05-05T08:29:19Z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2026-05-05T00:00:00Z</vt:filetime>
  </property>
  <property fmtid="{D5CDD505-2E9C-101B-9397-08002B2CF9AE}" pid="3" name="LastSaved">
    <vt:filetime>2026-05-05T00:00:00Z</vt:filetime>
  </property>
  <property fmtid="{D5CDD505-2E9C-101B-9397-08002B2CF9AE}" pid="4" name="Producer">
    <vt:lpwstr>3-Heights(TM) PDF Security Shell 4.8.25.2 (http://www.pdf-tools.com)</vt:lpwstr>
  </property>
</Properties>
</file>