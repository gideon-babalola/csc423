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93" r:id="rId4"/>
    <p:sldId id="30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285" r:id="rId15"/>
    <p:sldId id="286" r:id="rId16"/>
    <p:sldId id="287" r:id="rId17"/>
    <p:sldId id="261" r:id="rId18"/>
    <p:sldId id="288" r:id="rId19"/>
    <p:sldId id="289" r:id="rId20"/>
    <p:sldId id="290" r:id="rId21"/>
    <p:sldId id="291" r:id="rId22"/>
    <p:sldId id="292" r:id="rId23"/>
    <p:sldId id="258" r:id="rId24"/>
    <p:sldId id="284" r:id="rId25"/>
    <p:sldId id="259" r:id="rId26"/>
    <p:sldId id="260" r:id="rId27"/>
    <p:sldId id="283" r:id="rId28"/>
    <p:sldId id="262" r:id="rId29"/>
    <p:sldId id="263" r:id="rId30"/>
    <p:sldId id="264" r:id="rId31"/>
    <p:sldId id="265" r:id="rId32"/>
    <p:sldId id="266" r:id="rId33"/>
    <p:sldId id="267" r:id="rId34"/>
    <p:sldId id="268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5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98B878-0607-A380-E599-218EDBAAC85F}"/>
              </a:ext>
            </a:extLst>
          </p:cNvPr>
          <p:cNvSpPr txBox="1"/>
          <p:nvPr/>
        </p:nvSpPr>
        <p:spPr>
          <a:xfrm>
            <a:off x="908050" y="701675"/>
            <a:ext cx="16002000" cy="9133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chef cooking: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cuts vegetables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stirs soup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checks oven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are managed by switching.</a:t>
            </a:r>
          </a:p>
          <a:p>
            <a:pPr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Parallelism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chefs cooking together: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cuts vegetables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cooks soup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happen simultaneously.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9DA41-5650-3A79-D97E-4454854E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2FEE534-B61C-F5BC-CEF8-1C8D830442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89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0613C5-3E8C-54FA-1755-C4AE00579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67483D-6455-5279-0ECE-C66E0AEE4266}"/>
              </a:ext>
            </a:extLst>
          </p:cNvPr>
          <p:cNvSpPr txBox="1"/>
          <p:nvPr/>
        </p:nvSpPr>
        <p:spPr>
          <a:xfrm>
            <a:off x="1441450" y="854075"/>
            <a:ext cx="13857605" cy="6694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Threading in Programming</a:t>
            </a:r>
          </a:p>
          <a:p>
            <a:pPr>
              <a:lnSpc>
                <a:spcPct val="200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 algn="just">
              <a:lnSpc>
                <a:spcPct val="200000"/>
              </a:lnSpc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lightweight unit of execution. This allows a program to perform several tasks at the same time. Multithreading is a programming technique where a program executes multiple threads simultaneously within a single process. </a:t>
            </a:r>
          </a:p>
        </p:txBody>
      </p:sp>
    </p:spTree>
    <p:extLst>
      <p:ext uri="{BB962C8B-B14F-4D97-AF65-F5344CB8AC3E}">
        <p14:creationId xmlns:p14="http://schemas.microsoft.com/office/powerpoint/2010/main" val="2458096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122BE3-F677-FAA8-FEC9-7B733CF3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7742CA8-D602-CC22-8634-42F645FFA97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305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</TotalTime>
  <Words>78</Words>
  <Application>Microsoft Office PowerPoint</Application>
  <PresentationFormat>Custom</PresentationFormat>
  <Paragraphs>15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USER</cp:lastModifiedBy>
  <cp:revision>5</cp:revision>
  <dcterms:created xsi:type="dcterms:W3CDTF">2026-05-12T03:33:41Z</dcterms:created>
  <dcterms:modified xsi:type="dcterms:W3CDTF">2026-05-12T11:30:45Z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2026-05-12T00:00:00Z</vt:filetime>
  </property>
  <property fmtid="{D5CDD505-2E9C-101B-9397-08002B2CF9AE}" pid="3" name="LastSaved">
    <vt:filetime>2026-05-12T00:00:00Z</vt:filetime>
  </property>
  <property fmtid="{D5CDD505-2E9C-101B-9397-08002B2CF9AE}" pid="4" name="Producer">
    <vt:lpwstr>3-Heights(TM) PDF Security Shell 4.8.25.2 (http://www.pdf-tools.com)</vt:lpwstr>
  </property>
</Properties>
</file>